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3208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gamma.app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gamma.app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amma.app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8.png"/><Relationship Id="rId7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93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 rotWithShape="1">
          <a:blip r:embed="rId3"/>
          <a:srcRect b="1280"/>
          <a:stretch/>
        </p:blipFill>
        <p:spPr>
          <a:xfrm>
            <a:off x="8421885" y="13930"/>
            <a:ext cx="6208515" cy="82156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2129076"/>
            <a:ext cx="7477601" cy="16663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561"/>
              </a:lnSpc>
              <a:buNone/>
            </a:pPr>
            <a:r>
              <a:rPr lang="en-US" sz="5249" b="1" kern="0" spc="-5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Gang of Four (GOF) Design Patterns</a:t>
            </a:r>
            <a:endParaRPr lang="en-US" sz="5249" dirty="0"/>
          </a:p>
        </p:txBody>
      </p:sp>
      <p:sp>
        <p:nvSpPr>
          <p:cNvPr id="6" name="Text 3"/>
          <p:cNvSpPr/>
          <p:nvPr/>
        </p:nvSpPr>
        <p:spPr>
          <a:xfrm>
            <a:off x="833199" y="4128730"/>
            <a:ext cx="7477601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Gang of Four (GoF) Design Patterns, introduced in the book “Design Patterns: Elements of Reusable Object-Oriented Software,” authored by Erich Gamma, Richard Helm, Ralph Johnson, and John Vlissides, provide a catalog of proven solutions to common design problems in software development.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833199" y="5728335"/>
            <a:ext cx="355402" cy="355402"/>
          </a:xfrm>
          <a:prstGeom prst="roundRect">
            <a:avLst>
              <a:gd name="adj" fmla="val 25726039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299686" y="5711666"/>
            <a:ext cx="1731526" cy="38885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62"/>
              </a:lnSpc>
              <a:buNone/>
            </a:pPr>
            <a:endParaRPr lang="en-US" sz="2187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8AD635-F935-AEF5-4425-9226E1E046AC}"/>
              </a:ext>
            </a:extLst>
          </p:cNvPr>
          <p:cNvSpPr txBox="1"/>
          <p:nvPr/>
        </p:nvSpPr>
        <p:spPr>
          <a:xfrm>
            <a:off x="833199" y="5728335"/>
            <a:ext cx="43484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0" i="0" dirty="0">
                <a:solidFill>
                  <a:srgbClr val="FFFFFF"/>
                </a:solidFill>
                <a:effectLst/>
                <a:latin typeface="YAFdJi-0PQg 0"/>
              </a:rPr>
              <a:t>By :</a:t>
            </a:r>
            <a:endParaRPr lang="en-IN" dirty="0">
              <a:solidFill>
                <a:srgbClr val="FFFFFF"/>
              </a:solidFill>
              <a:effectLst/>
              <a:latin typeface="YAFdJi-0PQg 0"/>
            </a:endParaRPr>
          </a:p>
          <a:p>
            <a:r>
              <a:rPr lang="en-IN" b="0" i="0" dirty="0">
                <a:solidFill>
                  <a:srgbClr val="FFFFFF"/>
                </a:solidFill>
                <a:effectLst/>
                <a:latin typeface="YAFdJi-0PQg 0"/>
              </a:rPr>
              <a:t>Fazal </a:t>
            </a:r>
            <a:r>
              <a:rPr lang="en-IN" b="0" i="0">
                <a:solidFill>
                  <a:srgbClr val="FFFFFF"/>
                </a:solidFill>
                <a:effectLst/>
                <a:latin typeface="YAFdJi-0PQg 0"/>
              </a:rPr>
              <a:t>- AP20110010223</a:t>
            </a:r>
            <a:endParaRPr lang="en-IN" dirty="0">
              <a:solidFill>
                <a:srgbClr val="FFFFFF"/>
              </a:solidFill>
              <a:effectLst/>
              <a:latin typeface="YAFdJi-0PQg 0"/>
            </a:endParaRPr>
          </a:p>
          <a:p>
            <a:r>
              <a:rPr lang="en-IN" b="0" i="0" dirty="0">
                <a:solidFill>
                  <a:srgbClr val="FFFFFF"/>
                </a:solidFill>
                <a:effectLst/>
                <a:latin typeface="YAFdJi-0PQg 0"/>
              </a:rPr>
              <a:t>Teja Siva Kumar - AP21110010196</a:t>
            </a:r>
            <a:endParaRPr lang="en-IN" dirty="0">
              <a:solidFill>
                <a:srgbClr val="FFFFFF"/>
              </a:solidFill>
              <a:effectLst/>
              <a:latin typeface="YAFdJi-0PQg 0"/>
            </a:endParaRPr>
          </a:p>
          <a:p>
            <a:r>
              <a:rPr lang="en-IN" b="0" i="0" dirty="0">
                <a:solidFill>
                  <a:srgbClr val="FFFFFF"/>
                </a:solidFill>
                <a:effectLst/>
                <a:latin typeface="YAFdJi-0PQg 0"/>
              </a:rPr>
              <a:t>Akshaya - AP21110010197 </a:t>
            </a:r>
            <a:endParaRPr lang="en-IN" dirty="0">
              <a:solidFill>
                <a:srgbClr val="FFFFFF"/>
              </a:solidFill>
              <a:effectLst/>
              <a:latin typeface="YAFdJi-0PQg 0"/>
            </a:endParaRPr>
          </a:p>
          <a:p>
            <a:r>
              <a:rPr lang="en-IN" b="0" i="0" dirty="0">
                <a:solidFill>
                  <a:srgbClr val="FFFFFF"/>
                </a:solidFill>
                <a:effectLst/>
                <a:latin typeface="YAFdJi-0PQg 0"/>
              </a:rPr>
              <a:t>Ajay - AP21110010198 </a:t>
            </a:r>
            <a:endParaRPr lang="en-IN" dirty="0">
              <a:solidFill>
                <a:srgbClr val="FFFFFF"/>
              </a:solidFill>
              <a:effectLst/>
              <a:latin typeface="YAFdJi-0PQg 0"/>
            </a:endParaRPr>
          </a:p>
          <a:p>
            <a:r>
              <a:rPr lang="en-IN" b="0" i="0" dirty="0">
                <a:solidFill>
                  <a:srgbClr val="FFFFFF"/>
                </a:solidFill>
                <a:effectLst/>
                <a:latin typeface="YAFdJi-0PQg 0"/>
              </a:rPr>
              <a:t>Samaya - AP21110010199</a:t>
            </a:r>
            <a:endParaRPr lang="en-IN" dirty="0">
              <a:solidFill>
                <a:srgbClr val="FFFFFF"/>
              </a:solidFill>
              <a:effectLst/>
              <a:latin typeface="YAFdJi-0PQg 0"/>
            </a:endParaRPr>
          </a:p>
          <a:p>
            <a:r>
              <a:rPr lang="en-IN" b="0" i="0" dirty="0">
                <a:solidFill>
                  <a:srgbClr val="FFFFFF"/>
                </a:solidFill>
                <a:effectLst/>
                <a:latin typeface="YAFdJi-0PQg 0"/>
              </a:rPr>
              <a:t>Sarayu - AP21110010202</a:t>
            </a:r>
            <a:endParaRPr lang="en-IN" dirty="0">
              <a:solidFill>
                <a:srgbClr val="FFFFFF"/>
              </a:solidFill>
              <a:effectLst/>
              <a:latin typeface="YAFdJi-0PQg 0"/>
            </a:endParaRPr>
          </a:p>
          <a:p>
            <a:r>
              <a:rPr lang="en-IN" b="0" i="0" dirty="0">
                <a:solidFill>
                  <a:srgbClr val="FFFFFF"/>
                </a:solidFill>
                <a:effectLst/>
                <a:latin typeface="YAFdJi-0PQg 0"/>
              </a:rPr>
              <a:t>Dharan - AP21110010201</a:t>
            </a:r>
            <a:endParaRPr lang="en-IN" dirty="0">
              <a:solidFill>
                <a:srgbClr val="FFFFFF"/>
              </a:solidFill>
              <a:effectLst/>
              <a:latin typeface="YAFdJi-0PQg 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17696" y="2037517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kern="0" spc="-4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Creational Patterns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517696" y="3349823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2326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02243" y="3391495"/>
            <a:ext cx="130731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624" dirty="0"/>
          </a:p>
        </p:txBody>
      </p:sp>
      <p:sp>
        <p:nvSpPr>
          <p:cNvPr id="7" name="Text 5"/>
          <p:cNvSpPr/>
          <p:nvPr/>
        </p:nvSpPr>
        <p:spPr>
          <a:xfrm>
            <a:off x="3239810" y="3426142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Factory Method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3239810" y="3906560"/>
            <a:ext cx="396430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Defines an interface for creating an object.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6285" y="3349823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2326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77852" y="3391495"/>
            <a:ext cx="196691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624" dirty="0"/>
          </a:p>
        </p:txBody>
      </p:sp>
      <p:sp>
        <p:nvSpPr>
          <p:cNvPr id="11" name="Text 9"/>
          <p:cNvSpPr/>
          <p:nvPr/>
        </p:nvSpPr>
        <p:spPr>
          <a:xfrm>
            <a:off x="8148399" y="3426142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Singleton</a:t>
            </a:r>
            <a:endParaRPr lang="en-US" sz="2187" dirty="0"/>
          </a:p>
        </p:txBody>
      </p:sp>
      <p:sp>
        <p:nvSpPr>
          <p:cNvPr id="12" name="Text 10"/>
          <p:cNvSpPr/>
          <p:nvPr/>
        </p:nvSpPr>
        <p:spPr>
          <a:xfrm>
            <a:off x="8148399" y="3906560"/>
            <a:ext cx="3964305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Ensures a class only has one instance and provides a global access point to it.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2517696" y="4968835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2326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68905" y="5010507"/>
            <a:ext cx="197406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624" dirty="0"/>
          </a:p>
        </p:txBody>
      </p:sp>
      <p:sp>
        <p:nvSpPr>
          <p:cNvPr id="15" name="Text 13"/>
          <p:cNvSpPr/>
          <p:nvPr/>
        </p:nvSpPr>
        <p:spPr>
          <a:xfrm>
            <a:off x="3239810" y="504515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Builder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3239810" y="5525572"/>
            <a:ext cx="3964305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Separates the construction of a complex object from its representation.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6285" y="4968835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2326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561421" y="5010507"/>
            <a:ext cx="22967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624" dirty="0"/>
          </a:p>
        </p:txBody>
      </p:sp>
      <p:sp>
        <p:nvSpPr>
          <p:cNvPr id="19" name="Text 17"/>
          <p:cNvSpPr/>
          <p:nvPr/>
        </p:nvSpPr>
        <p:spPr>
          <a:xfrm>
            <a:off x="8148399" y="504515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Prototype</a:t>
            </a:r>
            <a:endParaRPr lang="en-US" sz="2187" dirty="0"/>
          </a:p>
        </p:txBody>
      </p:sp>
      <p:sp>
        <p:nvSpPr>
          <p:cNvPr id="20" name="Text 18"/>
          <p:cNvSpPr/>
          <p:nvPr/>
        </p:nvSpPr>
        <p:spPr>
          <a:xfrm>
            <a:off x="8148399" y="5525572"/>
            <a:ext cx="3964305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Specify the kinds of objects to create using a prototypical instance.</a:t>
            </a:r>
            <a:endParaRPr lang="en-US" sz="1750" dirty="0"/>
          </a:p>
        </p:txBody>
      </p:sp>
      <p:pic>
        <p:nvPicPr>
          <p:cNvPr id="21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17696" y="2605326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kern="0" spc="-4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Structural Patterns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517696" y="3855125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Adapter</a:t>
            </a:r>
            <a:endParaRPr lang="en-US" sz="2187" dirty="0"/>
          </a:p>
        </p:txBody>
      </p:sp>
      <p:sp>
        <p:nvSpPr>
          <p:cNvPr id="6" name="Text 4"/>
          <p:cNvSpPr/>
          <p:nvPr/>
        </p:nvSpPr>
        <p:spPr>
          <a:xfrm>
            <a:off x="2517696" y="4424482"/>
            <a:ext cx="2836545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Allows the interface of an existing class to be used as another interface.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903833" y="3855125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Decorator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5903833" y="4424482"/>
            <a:ext cx="2836545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Attaches additional responsibilities to an object dynamically.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289971" y="3855125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Facade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9289971" y="4424482"/>
            <a:ext cx="2836545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Provides a unified interface to a set of interfaces in a subsystem.</a:t>
            </a:r>
            <a:endParaRPr lang="en-US" sz="1750" dirty="0"/>
          </a:p>
        </p:txBody>
      </p:sp>
      <p:pic>
        <p:nvPicPr>
          <p:cNvPr id="11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9601" y="0"/>
            <a:ext cx="4490799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991910"/>
            <a:ext cx="5613202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kern="0" spc="-4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Behavioral Patterns</a:t>
            </a:r>
            <a:endParaRPr lang="en-US" sz="4374" dirty="0"/>
          </a:p>
        </p:txBody>
      </p:sp>
      <p:sp>
        <p:nvSpPr>
          <p:cNvPr id="6" name="Shape 3"/>
          <p:cNvSpPr/>
          <p:nvPr/>
        </p:nvSpPr>
        <p:spPr>
          <a:xfrm>
            <a:off x="1152644" y="2019538"/>
            <a:ext cx="27742" cy="52181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416427" y="2429173"/>
            <a:ext cx="777597" cy="2774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16484" y="2193131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2326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1030" y="2234803"/>
            <a:ext cx="130731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624" dirty="0"/>
          </a:p>
        </p:txBody>
      </p:sp>
      <p:sp>
        <p:nvSpPr>
          <p:cNvPr id="10" name="Text 7"/>
          <p:cNvSpPr/>
          <p:nvPr/>
        </p:nvSpPr>
        <p:spPr>
          <a:xfrm>
            <a:off x="2388513" y="2241709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kern="0" spc="-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</a:t>
            </a:r>
            <a:endParaRPr lang="en-US" sz="2187" dirty="0"/>
          </a:p>
        </p:txBody>
      </p:sp>
      <p:sp>
        <p:nvSpPr>
          <p:cNvPr id="11" name="Text 8"/>
          <p:cNvSpPr/>
          <p:nvPr/>
        </p:nvSpPr>
        <p:spPr>
          <a:xfrm>
            <a:off x="2388513" y="2722126"/>
            <a:ext cx="7751088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Defines a family of algorithms, encapsulates each one, and makes them interchangeable.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1416427" y="4242614"/>
            <a:ext cx="777597" cy="2774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16484" y="4006572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2326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68050" y="4048244"/>
            <a:ext cx="196691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624" dirty="0"/>
          </a:p>
        </p:txBody>
      </p:sp>
      <p:sp>
        <p:nvSpPr>
          <p:cNvPr id="15" name="Text 12"/>
          <p:cNvSpPr/>
          <p:nvPr/>
        </p:nvSpPr>
        <p:spPr>
          <a:xfrm>
            <a:off x="2388513" y="4055150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kern="0" spc="-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Observer</a:t>
            </a:r>
            <a:endParaRPr lang="en-US" sz="2187" dirty="0"/>
          </a:p>
        </p:txBody>
      </p:sp>
      <p:sp>
        <p:nvSpPr>
          <p:cNvPr id="16" name="Text 13"/>
          <p:cNvSpPr/>
          <p:nvPr/>
        </p:nvSpPr>
        <p:spPr>
          <a:xfrm>
            <a:off x="2388513" y="4535567"/>
            <a:ext cx="7751088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Defines a one-to-many dependency between objects so that when one object changes state, all its dependents are notified and updated automatically.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1416427" y="6056055"/>
            <a:ext cx="777597" cy="2774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16484" y="5820013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2326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67693" y="5861685"/>
            <a:ext cx="197406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624" dirty="0"/>
          </a:p>
        </p:txBody>
      </p:sp>
      <p:sp>
        <p:nvSpPr>
          <p:cNvPr id="20" name="Text 17"/>
          <p:cNvSpPr/>
          <p:nvPr/>
        </p:nvSpPr>
        <p:spPr>
          <a:xfrm>
            <a:off x="2388513" y="5868591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kern="0" spc="-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Template Method</a:t>
            </a:r>
            <a:endParaRPr lang="en-US" sz="2187" dirty="0"/>
          </a:p>
        </p:txBody>
      </p:sp>
      <p:sp>
        <p:nvSpPr>
          <p:cNvPr id="21" name="Text 18"/>
          <p:cNvSpPr/>
          <p:nvPr/>
        </p:nvSpPr>
        <p:spPr>
          <a:xfrm>
            <a:off x="2388513" y="6349008"/>
            <a:ext cx="7751088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Defines the skeleton of an algorithm in a method, deferring some steps to subclasses.</a:t>
            </a:r>
            <a:endParaRPr lang="en-US" sz="1750" dirty="0"/>
          </a:p>
        </p:txBody>
      </p:sp>
      <p:pic>
        <p:nvPicPr>
          <p:cNvPr id="22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90799" y="2805351"/>
            <a:ext cx="62407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kern="0" spc="-4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Concurrency Patterns</a:t>
            </a:r>
            <a:endParaRPr lang="en-US" sz="4374" dirty="0"/>
          </a:p>
        </p:txBody>
      </p:sp>
      <p:sp>
        <p:nvSpPr>
          <p:cNvPr id="6" name="Shape 3"/>
          <p:cNvSpPr/>
          <p:nvPr/>
        </p:nvSpPr>
        <p:spPr>
          <a:xfrm>
            <a:off x="4490799" y="3832979"/>
            <a:ext cx="4542115" cy="1591270"/>
          </a:xfrm>
          <a:prstGeom prst="roundRect">
            <a:avLst>
              <a:gd name="adj" fmla="val 4189"/>
            </a:avLst>
          </a:prstGeom>
          <a:solidFill>
            <a:srgbClr val="2326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712970" y="4055150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Active Object</a:t>
            </a:r>
            <a:endParaRPr lang="en-US" sz="2187" dirty="0"/>
          </a:p>
        </p:txBody>
      </p:sp>
      <p:sp>
        <p:nvSpPr>
          <p:cNvPr id="8" name="Text 5"/>
          <p:cNvSpPr/>
          <p:nvPr/>
        </p:nvSpPr>
        <p:spPr>
          <a:xfrm>
            <a:off x="4712970" y="4535567"/>
            <a:ext cx="4097774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Decouples method execution from method invocation to enhance concurrency.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9255085" y="3832979"/>
            <a:ext cx="4542115" cy="1591270"/>
          </a:xfrm>
          <a:prstGeom prst="roundRect">
            <a:avLst>
              <a:gd name="adj" fmla="val 4189"/>
            </a:avLst>
          </a:prstGeom>
          <a:solidFill>
            <a:srgbClr val="2326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477256" y="4055150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 Object</a:t>
            </a:r>
            <a:endParaRPr lang="en-US" sz="2187" dirty="0"/>
          </a:p>
        </p:txBody>
      </p:sp>
      <p:sp>
        <p:nvSpPr>
          <p:cNvPr id="11" name="Text 8"/>
          <p:cNvSpPr/>
          <p:nvPr/>
        </p:nvSpPr>
        <p:spPr>
          <a:xfrm>
            <a:off x="9477256" y="4535567"/>
            <a:ext cx="4097774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Synchronizes concurrent operations to control access to shared resources.</a:t>
            </a:r>
            <a:endParaRPr lang="en-US" sz="1750" dirty="0"/>
          </a:p>
        </p:txBody>
      </p:sp>
      <p:pic>
        <p:nvPicPr>
          <p:cNvPr id="12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17696" y="2298502"/>
            <a:ext cx="6312456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kern="0" spc="-4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Architectural Patterns</a:t>
            </a:r>
            <a:endParaRPr lang="en-US" sz="4374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696" y="3437215"/>
            <a:ext cx="444341" cy="4443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17696" y="4103727"/>
            <a:ext cx="2976086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kern="0" spc="-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Layered Architecture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2517696" y="4931331"/>
            <a:ext cx="2976086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Organizes the system into layers such as presentation layer, business layer, and data layer.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038" y="3437215"/>
            <a:ext cx="444341" cy="4443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27038" y="4103727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kern="0" spc="-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Microservices</a:t>
            </a:r>
            <a:endParaRPr lang="en-US" sz="2187" dirty="0"/>
          </a:p>
        </p:txBody>
      </p:sp>
      <p:sp>
        <p:nvSpPr>
          <p:cNvPr id="10" name="Text 6"/>
          <p:cNvSpPr/>
          <p:nvPr/>
        </p:nvSpPr>
        <p:spPr>
          <a:xfrm>
            <a:off x="5827038" y="4584144"/>
            <a:ext cx="2976086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Architects the system as a collection of small autonomous services.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6380" y="3437215"/>
            <a:ext cx="444341" cy="44434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36380" y="4103727"/>
            <a:ext cx="2976205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kern="0" spc="-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Event-Driven Architecture</a:t>
            </a:r>
            <a:endParaRPr lang="en-US" sz="2187" dirty="0"/>
          </a:p>
        </p:txBody>
      </p:sp>
      <p:sp>
        <p:nvSpPr>
          <p:cNvPr id="13" name="Text 8"/>
          <p:cNvSpPr/>
          <p:nvPr/>
        </p:nvSpPr>
        <p:spPr>
          <a:xfrm>
            <a:off x="9136380" y="4931331"/>
            <a:ext cx="2976205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Produces, detects, consumes, and reacts to events.</a:t>
            </a:r>
            <a:endParaRPr lang="en-US" sz="1750" dirty="0"/>
          </a:p>
        </p:txBody>
      </p:sp>
      <p:pic>
        <p:nvPicPr>
          <p:cNvPr id="14" name="Image 3" descr="preencoded.png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934760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kern="0" spc="-4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 Patterns</a:t>
            </a:r>
            <a:endParaRPr lang="en-US" sz="4374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99" y="1962388"/>
            <a:ext cx="1110972" cy="17774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77428" y="2184559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kern="0" spc="-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 Control</a:t>
            </a:r>
            <a:endParaRPr lang="en-US" sz="2187" dirty="0"/>
          </a:p>
        </p:txBody>
      </p:sp>
      <p:sp>
        <p:nvSpPr>
          <p:cNvPr id="8" name="Text 4"/>
          <p:cNvSpPr/>
          <p:nvPr/>
        </p:nvSpPr>
        <p:spPr>
          <a:xfrm>
            <a:off x="2277428" y="2664976"/>
            <a:ext cx="7862173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Restricts access to certain features or data to only authorized users.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199" y="3739872"/>
            <a:ext cx="1110972" cy="17774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77428" y="396204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kern="0" spc="-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Firewall</a:t>
            </a:r>
            <a:endParaRPr lang="en-US" sz="2187" dirty="0"/>
          </a:p>
        </p:txBody>
      </p:sp>
      <p:sp>
        <p:nvSpPr>
          <p:cNvPr id="11" name="Text 6"/>
          <p:cNvSpPr/>
          <p:nvPr/>
        </p:nvSpPr>
        <p:spPr>
          <a:xfrm>
            <a:off x="2277428" y="4442460"/>
            <a:ext cx="7862173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Protects the system from unauthorized access to or from a private network.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199" y="5517356"/>
            <a:ext cx="1110972" cy="17774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77428" y="5739527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kern="0" spc="-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Token</a:t>
            </a:r>
            <a:endParaRPr lang="en-US" sz="2187" dirty="0"/>
          </a:p>
        </p:txBody>
      </p:sp>
      <p:sp>
        <p:nvSpPr>
          <p:cNvPr id="14" name="Text 8"/>
          <p:cNvSpPr/>
          <p:nvPr/>
        </p:nvSpPr>
        <p:spPr>
          <a:xfrm>
            <a:off x="2277428" y="6219944"/>
            <a:ext cx="7862173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Represents a claim of the user’s identity. Can be used for authentication purposes.</a:t>
            </a:r>
            <a:endParaRPr lang="en-US" sz="1750" dirty="0"/>
          </a:p>
        </p:txBody>
      </p:sp>
      <p:pic>
        <p:nvPicPr>
          <p:cNvPr id="15" name="Image 4" descr="preencoded.png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79699" y="9144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17696" y="2444353"/>
            <a:ext cx="6046946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kern="0" spc="-4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 Sync Patterns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517696" y="3694152"/>
            <a:ext cx="4630817" cy="6665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5249"/>
              </a:lnSpc>
              <a:buNone/>
            </a:pPr>
            <a:endParaRPr lang="en-US" sz="5249" dirty="0"/>
          </a:p>
        </p:txBody>
      </p:sp>
      <p:sp>
        <p:nvSpPr>
          <p:cNvPr id="6" name="Text 4"/>
          <p:cNvSpPr/>
          <p:nvPr/>
        </p:nvSpPr>
        <p:spPr>
          <a:xfrm>
            <a:off x="3293745" y="4638318"/>
            <a:ext cx="3078718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34"/>
              </a:lnSpc>
              <a:buNone/>
            </a:pPr>
            <a:r>
              <a:rPr lang="en-US" sz="2187" b="1" kern="0" spc="-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Synchronization</a:t>
            </a:r>
            <a:endParaRPr lang="en-US" sz="2187" dirty="0"/>
          </a:p>
        </p:txBody>
      </p:sp>
      <p:sp>
        <p:nvSpPr>
          <p:cNvPr id="7" name="Text 5"/>
          <p:cNvSpPr/>
          <p:nvPr/>
        </p:nvSpPr>
        <p:spPr>
          <a:xfrm>
            <a:off x="2517696" y="5118735"/>
            <a:ext cx="4630817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Ensures data across devices remains consistent and up to date.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81768" y="3694152"/>
            <a:ext cx="4630817" cy="6665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5249"/>
              </a:lnSpc>
              <a:buNone/>
            </a:pPr>
            <a:endParaRPr lang="en-US" sz="5249" dirty="0"/>
          </a:p>
        </p:txBody>
      </p:sp>
      <p:sp>
        <p:nvSpPr>
          <p:cNvPr id="9" name="Text 7"/>
          <p:cNvSpPr/>
          <p:nvPr/>
        </p:nvSpPr>
        <p:spPr>
          <a:xfrm>
            <a:off x="8408432" y="4638318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34"/>
              </a:lnSpc>
              <a:buNone/>
            </a:pPr>
            <a:r>
              <a:rPr lang="en-US" sz="2187" b="1" kern="0" spc="-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Conflict Resolution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7481768" y="5118735"/>
            <a:ext cx="4630817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Handles the scenario when multiple devices modify the same data simultaneously.</a:t>
            </a:r>
            <a:endParaRPr lang="en-US" sz="1750" dirty="0"/>
          </a:p>
        </p:txBody>
      </p:sp>
      <p:pic>
        <p:nvPicPr>
          <p:cNvPr id="11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403</Words>
  <Application>Microsoft Office PowerPoint</Application>
  <PresentationFormat>Custom</PresentationFormat>
  <Paragraphs>72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Montserrat</vt:lpstr>
      <vt:lpstr>Source Sans Pro</vt:lpstr>
      <vt:lpstr>YAFdJi-0PQg 0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PERUMALLA DHARAN</cp:lastModifiedBy>
  <cp:revision>4</cp:revision>
  <dcterms:created xsi:type="dcterms:W3CDTF">2024-03-14T07:43:49Z</dcterms:created>
  <dcterms:modified xsi:type="dcterms:W3CDTF">2024-03-14T16:08:01Z</dcterms:modified>
</cp:coreProperties>
</file>